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0" r:id="rId12"/>
    <p:sldId id="269" r:id="rId13"/>
    <p:sldId id="270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ank.com/support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24F4-9372-7355-495E-14E6AE4EB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PHISHING AWARENESS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B3DB7-DA3D-7FEE-6FC2-AAC5F25A4A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89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266A-3D6E-0AFE-6273-B92FE3AD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890879"/>
            <a:ext cx="9613861" cy="682282"/>
          </a:xfrm>
        </p:spPr>
        <p:txBody>
          <a:bodyPr/>
          <a:lstStyle/>
          <a:p>
            <a:r>
              <a:rPr lang="en-IN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CAE1-BA57-BC8E-47BC-6E544DC2E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5007824"/>
          </a:xfrm>
        </p:spPr>
        <p:txBody>
          <a:bodyPr>
            <a:noAutofit/>
          </a:bodyPr>
          <a:lstStyle/>
          <a:p>
            <a:r>
              <a:rPr lang="en-US" b="1" dirty="0"/>
              <a:t>Phishing</a:t>
            </a:r>
            <a:r>
              <a:rPr lang="en-US" dirty="0"/>
              <a:t> is a type of cyberattack where someone pretends to be a trusted person, company, or organization to trick people into giving away sensitive information such as:</a:t>
            </a:r>
          </a:p>
          <a:p>
            <a:r>
              <a:rPr lang="en-US" dirty="0"/>
              <a:t>Passwords </a:t>
            </a:r>
          </a:p>
          <a:p>
            <a:r>
              <a:rPr lang="en-US" dirty="0"/>
              <a:t>Bank account details </a:t>
            </a:r>
          </a:p>
          <a:p>
            <a:r>
              <a:rPr lang="en-US" dirty="0"/>
              <a:t>Credit/debit card numbers </a:t>
            </a:r>
          </a:p>
          <a:p>
            <a:r>
              <a:rPr lang="en-US" dirty="0"/>
              <a:t>OTPs (One-Time Passwords) </a:t>
            </a:r>
          </a:p>
          <a:p>
            <a:r>
              <a:rPr lang="en-US" dirty="0"/>
              <a:t>Personal information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68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424EDC-768F-F84B-27EF-DAC5F6D1124B}"/>
              </a:ext>
            </a:extLst>
          </p:cNvPr>
          <p:cNvSpPr txBox="1"/>
          <p:nvPr/>
        </p:nvSpPr>
        <p:spPr>
          <a:xfrm>
            <a:off x="786581" y="1182231"/>
            <a:ext cx="91243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</a:rPr>
              <a:t>Simple Example</a:t>
            </a:r>
          </a:p>
          <a:p>
            <a:pPr>
              <a:buNone/>
            </a:pPr>
            <a:r>
              <a:rPr lang="en-US" sz="2400" dirty="0"/>
              <a:t>You receive an email that appears to be from your bank saying: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"Your account has been locked. Click here to verify your details.“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The link takes you to a fake website that looks like the real bank website. If you enter your username and password, the attacker steals them.</a:t>
            </a:r>
          </a:p>
        </p:txBody>
      </p:sp>
    </p:spTree>
    <p:extLst>
      <p:ext uri="{BB962C8B-B14F-4D97-AF65-F5344CB8AC3E}">
        <p14:creationId xmlns:p14="http://schemas.microsoft.com/office/powerpoint/2010/main" val="379906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3FD9-7E6F-0C88-9D4B-992E0159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Signs of phishing attack: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2F182-527A-D4E8-413A-FF07D04A8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Requests for passwords or OTPs </a:t>
            </a:r>
          </a:p>
          <a:p>
            <a:r>
              <a:rPr lang="en-US" dirty="0"/>
              <a:t>Suspicious links or attachments </a:t>
            </a:r>
          </a:p>
          <a:p>
            <a:r>
              <a:rPr lang="en-US" dirty="0"/>
              <a:t>Poor spelling and grammar </a:t>
            </a:r>
          </a:p>
          <a:p>
            <a:r>
              <a:rPr lang="en-US" dirty="0"/>
              <a:t>Unknown sender addresses </a:t>
            </a:r>
            <a:endParaRPr lang="en-US" b="1" dirty="0"/>
          </a:p>
          <a:p>
            <a:r>
              <a:rPr lang="en-US" dirty="0"/>
              <a:t>Urgent or threatening messages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35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685B-54B3-FAE4-1A30-D95996F1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IN" dirty="0"/>
              <a:t>Types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0A9F7-AF37-9E55-49B7-B34DEB62E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07377"/>
            <a:ext cx="9613861" cy="35993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1. Email Phishing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Most common type of phishing attack. </a:t>
            </a:r>
          </a:p>
          <a:p>
            <a:r>
              <a:rPr lang="en-US" dirty="0"/>
              <a:t>Fraudulent emails impersonate trusted organizations. </a:t>
            </a:r>
          </a:p>
          <a:p>
            <a:r>
              <a:rPr lang="en-US" dirty="0"/>
              <a:t>Used to steal passwords, banking details, or personal information.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2. Spear Phishing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Targets a specific individual or organization. </a:t>
            </a:r>
          </a:p>
          <a:p>
            <a:r>
              <a:rPr lang="en-US" dirty="0"/>
              <a:t>Messages are personalized to appear legitimate. </a:t>
            </a:r>
          </a:p>
          <a:p>
            <a:r>
              <a:rPr lang="en-US" dirty="0"/>
              <a:t>Often uses information about the victim.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05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07F2A3-B717-0FFD-302A-C1906D67293E}"/>
              </a:ext>
            </a:extLst>
          </p:cNvPr>
          <p:cNvSpPr txBox="1"/>
          <p:nvPr/>
        </p:nvSpPr>
        <p:spPr>
          <a:xfrm>
            <a:off x="825910" y="757084"/>
            <a:ext cx="83180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3. Whaling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Targets high-profile executives and senior managers.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Aims to obtain confidential data or financial information.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4. Smishing (SMS Phishing)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Uses text messages to deceive victims.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Contains malicious links or fake alerts.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5. Vishing (Voice Phishing</a:t>
            </a:r>
            <a:r>
              <a:rPr lang="en-US" sz="2400" b="1" dirty="0"/>
              <a:t>)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Conducted through phone calls.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Attackers pretend to be bank officials, government representatives, or technical support staff.</a:t>
            </a:r>
          </a:p>
        </p:txBody>
      </p:sp>
    </p:spTree>
    <p:extLst>
      <p:ext uri="{BB962C8B-B14F-4D97-AF65-F5344CB8AC3E}">
        <p14:creationId xmlns:p14="http://schemas.microsoft.com/office/powerpoint/2010/main" val="1742453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DDEA9F-FEE9-A8D1-1EA9-845CD9071EB2}"/>
              </a:ext>
            </a:extLst>
          </p:cNvPr>
          <p:cNvSpPr txBox="1"/>
          <p:nvPr/>
        </p:nvSpPr>
        <p:spPr>
          <a:xfrm>
            <a:off x="658761" y="612844"/>
            <a:ext cx="104123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6. Clone Phishing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legitimate email is copied and modified.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Original links or attachments are replaced with malicious ones.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7. Social Media Phishing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Uses fake social media accounts, messages, or advertisements.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Tricks users into sharing sensitive information.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8. Pharming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Redirects users from legitimate websites to fake websites.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Used to steal login credentials and personal data.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9. Business Email Compromise (BEC)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Attackers impersonate company executives or business partners.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Often used to request fraudulent payments or sensitive information</a:t>
            </a:r>
          </a:p>
        </p:txBody>
      </p:sp>
    </p:spTree>
    <p:extLst>
      <p:ext uri="{BB962C8B-B14F-4D97-AF65-F5344CB8AC3E}">
        <p14:creationId xmlns:p14="http://schemas.microsoft.com/office/powerpoint/2010/main" val="985370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149B-86C2-BAE6-F02D-211202C9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Explain how to recognize phishing 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C6184-4716-3DD2-AB21-D57A43C74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the sender's email address carefully. </a:t>
            </a:r>
          </a:p>
          <a:p>
            <a:r>
              <a:rPr lang="en-US" dirty="0"/>
              <a:t>Be cautious of urgent or threatening messages. </a:t>
            </a:r>
          </a:p>
          <a:p>
            <a:r>
              <a:rPr lang="en-US" dirty="0"/>
              <a:t>Look for spelling and grammar mistakes. </a:t>
            </a:r>
          </a:p>
          <a:p>
            <a:r>
              <a:rPr lang="en-US" dirty="0"/>
              <a:t>Avoid emails requesting passwords, OTPs, or personal information. </a:t>
            </a:r>
          </a:p>
          <a:p>
            <a:r>
              <a:rPr lang="en-US" dirty="0"/>
              <a:t>Verify links before clicking. </a:t>
            </a:r>
          </a:p>
          <a:p>
            <a:r>
              <a:rPr lang="en-US" dirty="0"/>
              <a:t>Do not open unexpected attachments.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98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064F-EF31-82EE-1337-9B8B5005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recognize fake websites?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69718-6121-FFDD-0ED3-12A50341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the website URL for spelling errors or unusual domains. </a:t>
            </a:r>
          </a:p>
          <a:p>
            <a:r>
              <a:rPr lang="en-US" dirty="0"/>
              <a:t>Ensure the website uses </a:t>
            </a:r>
            <a:r>
              <a:rPr lang="en-US" b="1" dirty="0"/>
              <a:t>HTTPS</a:t>
            </a:r>
            <a:r>
              <a:rPr lang="en-US" dirty="0"/>
              <a:t> and displays a security padlock. </a:t>
            </a:r>
          </a:p>
          <a:p>
            <a:r>
              <a:rPr lang="en-US" dirty="0"/>
              <a:t>Watch for poor design, broken images, or suspicious pop-ups. </a:t>
            </a:r>
          </a:p>
          <a:p>
            <a:r>
              <a:rPr lang="en-US" dirty="0"/>
              <a:t>Avoid websites requesting unnecessary personal information. </a:t>
            </a:r>
          </a:p>
          <a:p>
            <a:r>
              <a:rPr lang="en-US" dirty="0"/>
              <a:t>Verify the website's authenticity before entering sensitive data.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22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4ED6-7013-4399-E381-84679908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recognize social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0A27-4771-7447-EE4C-906A1F506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cautious of messages creating urgency or fear. </a:t>
            </a:r>
          </a:p>
          <a:p>
            <a:r>
              <a:rPr lang="en-US" dirty="0"/>
              <a:t>Verify the identity of anyone requesting confidential information. </a:t>
            </a:r>
          </a:p>
          <a:p>
            <a:r>
              <a:rPr lang="en-US" dirty="0"/>
              <a:t>Beware of offers that seem too good to be true. </a:t>
            </a:r>
          </a:p>
          <a:p>
            <a:r>
              <a:rPr lang="en-US" dirty="0"/>
              <a:t>Never share passwords, OTPs, or financial information. </a:t>
            </a:r>
          </a:p>
          <a:p>
            <a:r>
              <a:rPr lang="en-US" dirty="0"/>
              <a:t>Question unexpected requests, even if they appear to come from trusted sources.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689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4D54-E9A8-9E42-D470-CC8A597C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stay safe?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06FB9-5D57-791C-2A8B-6F7E33F87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00748"/>
            <a:ext cx="9613861" cy="40213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Verify the sender before opening emails or messages. </a:t>
            </a:r>
          </a:p>
          <a:p>
            <a:r>
              <a:rPr lang="en-US" dirty="0"/>
              <a:t>Do not click on suspicious links. </a:t>
            </a:r>
          </a:p>
          <a:p>
            <a:r>
              <a:rPr lang="en-US" dirty="0"/>
              <a:t>Never share passwords, OTPs, or personal information. </a:t>
            </a:r>
          </a:p>
          <a:p>
            <a:r>
              <a:rPr lang="en-US" dirty="0"/>
              <a:t>Check website URLs carefully before logging in. </a:t>
            </a:r>
          </a:p>
          <a:p>
            <a:r>
              <a:rPr lang="en-US" dirty="0"/>
              <a:t>Ensure websites use </a:t>
            </a:r>
            <a:r>
              <a:rPr lang="en-US" b="1" dirty="0"/>
              <a:t>HTTPS</a:t>
            </a:r>
            <a:r>
              <a:rPr lang="en-US" dirty="0"/>
              <a:t> and show a security padlock. </a:t>
            </a:r>
          </a:p>
          <a:p>
            <a:r>
              <a:rPr lang="en-US" dirty="0"/>
              <a:t>Use strong, unique passwords for different accounts. </a:t>
            </a:r>
          </a:p>
          <a:p>
            <a:r>
              <a:rPr lang="en-US" dirty="0"/>
              <a:t>Enable </a:t>
            </a:r>
            <a:r>
              <a:rPr lang="en-US" b="1" dirty="0"/>
              <a:t>Multi-Factor Authentication (MFA)</a:t>
            </a:r>
            <a:r>
              <a:rPr lang="en-US" dirty="0"/>
              <a:t>. </a:t>
            </a:r>
          </a:p>
          <a:p>
            <a:r>
              <a:rPr lang="en-US" dirty="0"/>
              <a:t>Avoid opening unexpected email attachments. </a:t>
            </a:r>
          </a:p>
          <a:p>
            <a:r>
              <a:rPr lang="en-US" dirty="0"/>
              <a:t>Keep your devices and software updated. </a:t>
            </a:r>
          </a:p>
          <a:p>
            <a:r>
              <a:rPr lang="en-US" dirty="0"/>
              <a:t>Report and delete suspicious emails or messages. 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7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F9BA-3A36-65C3-74EC-4D0E27C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Example:Fake</a:t>
            </a:r>
            <a:r>
              <a:rPr lang="en-IN" dirty="0"/>
              <a:t> bank email spam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4C556-3369-9CED-989B-091F1AD34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2123767"/>
            <a:ext cx="9782905" cy="3753428"/>
          </a:xfrm>
        </p:spPr>
        <p:txBody>
          <a:bodyPr>
            <a:noAutofit/>
          </a:bodyPr>
          <a:lstStyle/>
          <a:p>
            <a:r>
              <a:rPr lang="en-US" sz="2800" dirty="0"/>
              <a:t>Imagine a person named Rahul who uses online banking.</a:t>
            </a:r>
          </a:p>
          <a:p>
            <a:r>
              <a:rPr lang="en-US" dirty="0"/>
              <a:t>One day, he receives an email that looks like it is from his bank. The email says:</a:t>
            </a:r>
          </a:p>
          <a:p>
            <a:r>
              <a:rPr lang="en-US" dirty="0"/>
              <a:t>“Your bank account has been temporarily locked due to suspicious activity. Click the link below to verify your identity and unlock your account.”</a:t>
            </a:r>
          </a:p>
          <a:p>
            <a:r>
              <a:rPr lang="en-US" dirty="0"/>
              <a:t>The email looks real—it has the bank’s logo, official colors, and even a similar email address like support@yourbank-secure.com.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4890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487CFC-F5CE-17F8-D409-7A1DE9A9CDC3}"/>
              </a:ext>
            </a:extLst>
          </p:cNvPr>
          <p:cNvSpPr txBox="1"/>
          <p:nvPr/>
        </p:nvSpPr>
        <p:spPr>
          <a:xfrm>
            <a:off x="786581" y="786581"/>
            <a:ext cx="835741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Rahul gets worried and quickly clicks the link. It takes him to a website that looks exactly like his bank’s login page. He enters his username, password, and OTP.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>
                <a:solidFill>
                  <a:schemeClr val="bg1"/>
                </a:solidFill>
              </a:rPr>
              <a:t>But in reality: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website is fake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attackers now have his login details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use them to access his real bank account and steal money </a:t>
            </a:r>
          </a:p>
        </p:txBody>
      </p:sp>
    </p:spTree>
    <p:extLst>
      <p:ext uri="{BB962C8B-B14F-4D97-AF65-F5344CB8AC3E}">
        <p14:creationId xmlns:p14="http://schemas.microsoft.com/office/powerpoint/2010/main" val="479952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72EE-684C-1C6D-01CD-50992B3C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Quiz question: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A3224-8238-2F60-ED19-0BAE93688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308" y="2505456"/>
            <a:ext cx="9613861" cy="35993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Question 1:</a:t>
            </a:r>
            <a:r>
              <a:rPr lang="en-US" dirty="0">
                <a:solidFill>
                  <a:schemeClr val="bg1"/>
                </a:solidFill>
              </a:rPr>
              <a:t> You receive an email saying:</a:t>
            </a:r>
          </a:p>
          <a:p>
            <a:r>
              <a:rPr lang="en-US" dirty="0"/>
              <a:t>“Your account will be blocked in 1 hour. Click here to verify immediately.”</a:t>
            </a:r>
          </a:p>
          <a:p>
            <a:r>
              <a:rPr lang="en-US" dirty="0"/>
              <a:t>What is this most likely?</a:t>
            </a:r>
            <a:br>
              <a:rPr lang="en-US" dirty="0"/>
            </a:br>
            <a:r>
              <a:rPr lang="en-US" dirty="0"/>
              <a:t>A) Normal bank alert</a:t>
            </a:r>
            <a:br>
              <a:rPr lang="en-US" dirty="0"/>
            </a:br>
            <a:r>
              <a:rPr lang="en-US" dirty="0"/>
              <a:t>B) Phishing attempt</a:t>
            </a:r>
            <a:br>
              <a:rPr lang="en-US" dirty="0"/>
            </a:br>
            <a:r>
              <a:rPr lang="en-US" dirty="0"/>
              <a:t>C) Software update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Answer:</a:t>
            </a:r>
            <a:r>
              <a:rPr lang="en-US" dirty="0"/>
              <a:t> B) Phishing attempt</a:t>
            </a:r>
            <a:br>
              <a:rPr lang="en-US" dirty="0"/>
            </a:b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793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A0316C-1B34-201C-3281-59CE1D8381B0}"/>
              </a:ext>
            </a:extLst>
          </p:cNvPr>
          <p:cNvSpPr txBox="1"/>
          <p:nvPr/>
        </p:nvSpPr>
        <p:spPr>
          <a:xfrm>
            <a:off x="757084" y="953728"/>
            <a:ext cx="9370142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solidFill>
                  <a:schemeClr val="bg1"/>
                </a:solidFill>
              </a:rPr>
              <a:t>Question 2:</a:t>
            </a:r>
            <a:r>
              <a:rPr lang="en-IN" sz="2200" dirty="0">
                <a:solidFill>
                  <a:schemeClr val="bg1"/>
                </a:solidFill>
              </a:rPr>
              <a:t> Which link looks suspicious?</a:t>
            </a:r>
            <a:br>
              <a:rPr lang="en-IN" sz="2200" dirty="0">
                <a:solidFill>
                  <a:schemeClr val="bg1"/>
                </a:solidFill>
              </a:rPr>
            </a:br>
            <a:r>
              <a:rPr lang="en-IN" sz="2200" dirty="0"/>
              <a:t>A) www.bank.com/login</a:t>
            </a:r>
            <a:br>
              <a:rPr lang="en-IN" sz="2200" dirty="0"/>
            </a:br>
            <a:r>
              <a:rPr lang="en-IN" sz="2200" dirty="0"/>
              <a:t>B) www.bank-security-update.com/login</a:t>
            </a:r>
            <a:br>
              <a:rPr lang="en-IN" sz="2200" dirty="0"/>
            </a:br>
            <a:r>
              <a:rPr lang="en-IN" sz="2200" dirty="0"/>
              <a:t>C) </a:t>
            </a:r>
            <a:r>
              <a:rPr lang="en-IN" sz="2200" dirty="0">
                <a:hlinkClick r:id="rId2"/>
              </a:rPr>
              <a:t>www.bank.com/support</a:t>
            </a:r>
            <a:endParaRPr lang="en-IN" sz="2200" dirty="0"/>
          </a:p>
          <a:p>
            <a:pPr>
              <a:buNone/>
            </a:pPr>
            <a:endParaRPr lang="en-IN" sz="2200" dirty="0"/>
          </a:p>
          <a:p>
            <a:pPr>
              <a:buNone/>
            </a:pPr>
            <a:r>
              <a:rPr lang="en-IN" sz="2200" dirty="0"/>
              <a:t> </a:t>
            </a:r>
            <a:r>
              <a:rPr lang="en-IN" sz="2200" b="1" dirty="0"/>
              <a:t>Answer:</a:t>
            </a:r>
            <a:r>
              <a:rPr lang="en-IN" sz="2200" dirty="0"/>
              <a:t> B</a:t>
            </a:r>
            <a:br>
              <a:rPr lang="en-IN" sz="2200" dirty="0"/>
            </a:br>
            <a:r>
              <a:rPr lang="en-IN" sz="2200" dirty="0"/>
              <a:t> </a:t>
            </a:r>
          </a:p>
          <a:p>
            <a:pPr>
              <a:buNone/>
            </a:pPr>
            <a:endParaRPr lang="en-IN" sz="2200" dirty="0"/>
          </a:p>
          <a:p>
            <a:r>
              <a:rPr lang="en-US" sz="2200" b="1" dirty="0">
                <a:solidFill>
                  <a:schemeClr val="bg1"/>
                </a:solidFill>
              </a:rPr>
              <a:t>Question 3:</a:t>
            </a:r>
            <a:r>
              <a:rPr lang="en-US" sz="2200" dirty="0">
                <a:solidFill>
                  <a:schemeClr val="bg1"/>
                </a:solidFill>
              </a:rPr>
              <a:t> A caller asks for your OTP to “verify your account.” What should you do?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/>
              <a:t>A) Share it immediately</a:t>
            </a:r>
            <a:br>
              <a:rPr lang="en-US" sz="2200" dirty="0"/>
            </a:br>
            <a:r>
              <a:rPr lang="en-US" sz="2200" dirty="0"/>
              <a:t>B) Ask for their employee ID</a:t>
            </a:r>
            <a:br>
              <a:rPr lang="en-US" sz="2200" dirty="0"/>
            </a:br>
            <a:r>
              <a:rPr lang="en-US" sz="2200" dirty="0"/>
              <a:t>C) Never share OTP</a:t>
            </a:r>
          </a:p>
          <a:p>
            <a:endParaRPr lang="en-US" sz="2200" dirty="0"/>
          </a:p>
          <a:p>
            <a:r>
              <a:rPr lang="en-US" sz="2200" dirty="0"/>
              <a:t> </a:t>
            </a:r>
            <a:r>
              <a:rPr lang="en-US" sz="2200" b="1" dirty="0"/>
              <a:t>Answer:</a:t>
            </a:r>
            <a:r>
              <a:rPr lang="en-US" sz="2200" dirty="0"/>
              <a:t> C</a:t>
            </a:r>
          </a:p>
          <a:p>
            <a:pPr>
              <a:buNone/>
            </a:pPr>
            <a:endParaRPr lang="en-IN" sz="2200" dirty="0"/>
          </a:p>
          <a:p>
            <a:pPr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870797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F5AFD-D3E0-B558-10A1-17F3F7BDFFDE}"/>
              </a:ext>
            </a:extLst>
          </p:cNvPr>
          <p:cNvSpPr txBox="1"/>
          <p:nvPr/>
        </p:nvSpPr>
        <p:spPr>
          <a:xfrm>
            <a:off x="855405" y="589934"/>
            <a:ext cx="864255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solidFill>
                  <a:schemeClr val="bg1"/>
                </a:solidFill>
              </a:rPr>
              <a:t>Question 4:</a:t>
            </a:r>
            <a:r>
              <a:rPr lang="en-IN" sz="2200" dirty="0">
                <a:solidFill>
                  <a:schemeClr val="bg1"/>
                </a:solidFill>
              </a:rPr>
              <a:t> Which is a sign of phishing email?</a:t>
            </a:r>
            <a:br>
              <a:rPr lang="en-IN" sz="2200" dirty="0"/>
            </a:br>
            <a:r>
              <a:rPr lang="en-IN" sz="2200" dirty="0"/>
              <a:t>A) Proper grammar and official domain</a:t>
            </a:r>
            <a:br>
              <a:rPr lang="en-IN" sz="2200" dirty="0"/>
            </a:br>
            <a:r>
              <a:rPr lang="en-IN" sz="2200" dirty="0"/>
              <a:t>B) Urgent message with spelling mistakes</a:t>
            </a:r>
            <a:br>
              <a:rPr lang="en-IN" sz="2200" dirty="0"/>
            </a:br>
            <a:r>
              <a:rPr lang="en-IN" sz="2200" dirty="0"/>
              <a:t>C) Email from known contact</a:t>
            </a:r>
          </a:p>
          <a:p>
            <a:pPr>
              <a:buNone/>
            </a:pPr>
            <a:endParaRPr lang="en-IN" sz="2200" dirty="0"/>
          </a:p>
          <a:p>
            <a:pPr>
              <a:buNone/>
            </a:pPr>
            <a:r>
              <a:rPr lang="en-IN" sz="2200" dirty="0"/>
              <a:t> </a:t>
            </a:r>
            <a:r>
              <a:rPr lang="en-IN" sz="2200" b="1" dirty="0"/>
              <a:t>Answer:</a:t>
            </a:r>
            <a:r>
              <a:rPr lang="en-IN" sz="2200" dirty="0"/>
              <a:t> B</a:t>
            </a:r>
            <a:br>
              <a:rPr lang="en-IN" sz="2200" dirty="0"/>
            </a:br>
            <a:r>
              <a:rPr lang="en-IN" sz="2200" dirty="0"/>
              <a:t> </a:t>
            </a:r>
          </a:p>
          <a:p>
            <a:pPr>
              <a:buNone/>
            </a:pPr>
            <a:endParaRPr lang="en-IN" sz="2200" b="1" dirty="0"/>
          </a:p>
          <a:p>
            <a:pPr>
              <a:buNone/>
            </a:pPr>
            <a:r>
              <a:rPr lang="en-IN" sz="2200" b="1" dirty="0">
                <a:solidFill>
                  <a:schemeClr val="bg1"/>
                </a:solidFill>
              </a:rPr>
              <a:t>Question 5:</a:t>
            </a:r>
            <a:r>
              <a:rPr lang="en-IN" sz="2200" dirty="0">
                <a:solidFill>
                  <a:schemeClr val="bg1"/>
                </a:solidFill>
              </a:rPr>
              <a:t> A website looks exactly like your bank’s login page</a:t>
            </a:r>
            <a:r>
              <a:rPr lang="en-IN" sz="2200" dirty="0"/>
              <a:t>. What is the safest action?</a:t>
            </a:r>
            <a:br>
              <a:rPr lang="en-IN" sz="2200" dirty="0"/>
            </a:br>
            <a:r>
              <a:rPr lang="en-IN" sz="2200" dirty="0"/>
              <a:t>A) Enter credentials quickly</a:t>
            </a:r>
            <a:br>
              <a:rPr lang="en-IN" sz="2200" dirty="0"/>
            </a:br>
            <a:r>
              <a:rPr lang="en-IN" sz="2200" dirty="0"/>
              <a:t>B) Check URL carefully or open official site manually</a:t>
            </a:r>
            <a:br>
              <a:rPr lang="en-IN" sz="2200" dirty="0"/>
            </a:br>
            <a:r>
              <a:rPr lang="en-IN" sz="2200" dirty="0"/>
              <a:t>C) Save password in browser</a:t>
            </a:r>
          </a:p>
          <a:p>
            <a:pPr>
              <a:buNone/>
            </a:pPr>
            <a:endParaRPr lang="en-IN" sz="2200" dirty="0"/>
          </a:p>
          <a:p>
            <a:pPr>
              <a:buNone/>
            </a:pPr>
            <a:r>
              <a:rPr lang="en-IN" sz="2200" dirty="0"/>
              <a:t> </a:t>
            </a:r>
            <a:r>
              <a:rPr lang="en-IN" sz="2200" b="1" dirty="0"/>
              <a:t>Answer:</a:t>
            </a:r>
            <a:r>
              <a:rPr lang="en-IN" sz="2200" dirty="0"/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318250834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65</TotalTime>
  <Words>985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Trebuchet MS</vt:lpstr>
      <vt:lpstr>Berlin</vt:lpstr>
      <vt:lpstr>PHISHING AWARENESS </vt:lpstr>
      <vt:lpstr>What is phishing?</vt:lpstr>
      <vt:lpstr>PowerPoint Presentation</vt:lpstr>
      <vt:lpstr>Signs of phishing attack:</vt:lpstr>
      <vt:lpstr>Types of phishing</vt:lpstr>
      <vt:lpstr>PowerPoint Presentation</vt:lpstr>
      <vt:lpstr>PowerPoint Presentation</vt:lpstr>
      <vt:lpstr>Explain how to recognize phishing emails</vt:lpstr>
      <vt:lpstr>How to recognize fake websites?</vt:lpstr>
      <vt:lpstr>How to recognize social engineering?</vt:lpstr>
      <vt:lpstr>How to stay safe?</vt:lpstr>
      <vt:lpstr>Example:Fake bank email spam</vt:lpstr>
      <vt:lpstr>PowerPoint Presentation</vt:lpstr>
      <vt:lpstr>Quiz question: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kumar</dc:creator>
  <cp:lastModifiedBy>Ajay kumar</cp:lastModifiedBy>
  <cp:revision>1</cp:revision>
  <dcterms:created xsi:type="dcterms:W3CDTF">2026-05-30T03:03:40Z</dcterms:created>
  <dcterms:modified xsi:type="dcterms:W3CDTF">2026-05-30T04:08:56Z</dcterms:modified>
</cp:coreProperties>
</file>